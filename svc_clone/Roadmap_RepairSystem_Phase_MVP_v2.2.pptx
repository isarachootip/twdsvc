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การพัฒนาระบบ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ระบบใบแจ้งซ่อม (Request Repair System) — Rebuild &amp; Clone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แบ่งการพัฒนา 2 ชุด:  Phase 1 (MVP)  และ  Phase 2 (Logistics &amp; Finance)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อ้างอิง SRS v2.2  |  Requirement 16/07/2026  |  จัดทำ 19 กรกฎาคม 2569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97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Go-live
</a:t>
            </a:r>
            <a:endParaRPr lang="en-US" sz="13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ต้น ธ.ค. 2569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42976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4297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Go-live
</a:t>
            </a:r>
            <a:endParaRPr lang="en-US" sz="13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มี.ค. 2570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 2 Phase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5120640"/>
          </a:xfrm>
          <a:prstGeom prst="roundRect">
            <a:avLst>
              <a:gd name="adj" fmla="val 17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554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เป้าหมาย: ทดแทนระบบเดิมได้ครบ + เปิดใช้เร็วที่สุด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ส.ค. – พ.ย. 2569  (4 เดือน)  •  Go-live ต้น ธ.ค. 2569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Flow เดิมครบ: CS → GR → DC → Vendor → ปิดงาน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เปิดงานแบบใหม่: Draft/Ticket, เงินมัดจำ, Express/Regular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ผูก SKU → Vendor/DC (distrmcode)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ใบเสนอราคา + GP + พิมพ์, รูป Ticket หน้าอนุมัติ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Model รหัสใหม่ + Migration + แก้บั๊ก FIX-01–05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5394960" cy="5120640"/>
          </a:xfrm>
          <a:prstGeom prst="roundRect">
            <a:avLst>
              <a:gd name="adj" fmla="val 178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554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54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Logistics &amp; Finance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เป้าหมาย: ยกระดับโลจิสติกส์ Vendor/3PL + ปิด loop การเงิน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ธ.ค. 2569 – มี.ค. 2570  (4 เดือน)  •  Go-live มี.ค. 2570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 Pack + ใบปะหน้า + Bundle รวมกล่อง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ช่องทางส่ง 3 แบบ: Vendor มารับ / ขนส่งเรา / 3PL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Agreement, SLA รายVendor, ทะเบียนรถ+ลายเซ็น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เลื่อนนัดซ่อม, ยืนยันซ่อมเสร็จ → 3PL รับใน 7 วัน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+ รอบ Due จ่าย Vendor + Report กำไร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MVP: ขอบเขตงาน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ส.ค. – พ.ย. 2569  |  SIT/UAT พ.ย.  |  Go-live ต้น ธ.ค. 2569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0299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RBAC (CS/GR/DC/ADMIN) • DB Schema + Status Model รหัส 3 หลัก • Migration + Seed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เปิดใบแจ้งซ่อม (NEW-01, 02)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0299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Draft/Save + ออกเลขก่อนออก Ticket + Auto-cancel ข้ามวัน • เงินมัดจำ • Express/Regular + ค่าขนส่ง S/L • Routing ด้วย distrmcode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 (Clone)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72160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+ Rollback • Flow สาขา→DC→Vendor ครบ 3 ช่องทางคืนสินค้า • บันทึกวันที่-เวลาทุกจุด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(NEW-10, 11)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72160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Cost-plus + ค่า GP + พิมพ์ใบเสนอราคาลูกค้า • แนบรูป Ticket หน้าอนุมัติ • บันทึกผลอนุมัติ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38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/ ปิดงาน (NEW-07)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4132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เมล์แจ้ง Vendor • รับคืน-ส่งมอบลูกค้า + ลายเซ็นดิจิทัล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9377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138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+ Fixes + Report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54132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Vendor, SLA, อัตราค่าขนส่ง/ค่าดำเนินการ • FIX-01–05 • รายงานใบงาน + Export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Logistics &amp; Finance: ขอบเขตงาน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ธ.ค. 2569 – มี.ค. 2570  |  UAT + Go-live มี.ค. 2570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&amp; Shipping (NEW-05, 06)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0299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 Pack + ใบปะหน้า • Bundle รวมกล่อง Vendor เดียวกัน • ช่องทางส่ง 3 แบบผูกขนาด S/L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755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 (NEW-04, 08, 09)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0299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Express/Regular • SLA รายVendor + Alert • ทะเบียนรถ + ลายเซ็นตอนรับสินค้า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447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Tracking (NEW-12, 13)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72160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เลื่อนนัดซ่อม + Reschedule log • ยืนยันซ่อมเสร็จ → แจ้ง 3PL รับสินค้าภายใน 7 วัน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(NEW-14, 15)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72160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Recording • รอบ Due จ่าย Vendor + แจ้งเตือน • Report จ่าย Vendor / รับลูกค้า / กำไร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38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Option (NEW-03) — TBC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4132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ลูกค้าเลือกด่วน/ไม่ด่วน — รอยืนยันนิยามจากคุณลิ้ม (ถ้าสรุปทัน อาจดึงเข้า MVP)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9377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2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138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54132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แจ้งเตือนอัตโนมัติลูกค้า (SMS/LINE OA) • Dashboard + Priority queue • Service Tier VIP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ส.ค. 2569 – มี.ค. 2570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77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ส.ค. 69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77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ก.ย. 69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ต.ค. 69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พ.ย. 69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ธ.ค. 69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ม.ค. 70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ก.พ. 70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784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มี.ค. 70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378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1440" y="2148840"/>
            <a:ext cx="0" cy="448056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Design +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04872" y="2377440"/>
            <a:ext cx="1088136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พัฒนา 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47872" y="2944368"/>
            <a:ext cx="2231136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11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SIT/UAT + Migration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33872" y="3511296"/>
            <a:ext cx="1088136" cy="384048"/>
          </a:xfrm>
          <a:prstGeom prst="roundRect">
            <a:avLst>
              <a:gd name="adj" fmla="val 11905"/>
            </a:avLst>
          </a:prstGeom>
          <a:solidFill>
            <a:srgbClr val="6B7DB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78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76872" y="4078224"/>
            <a:ext cx="2231136" cy="384048"/>
          </a:xfrm>
          <a:prstGeom prst="roundRect">
            <a:avLst>
              <a:gd name="adj" fmla="val 11905"/>
            </a:avLst>
          </a:prstGeom>
          <a:solidFill>
            <a:srgbClr val="9AA7C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645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Design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33872" y="4645152"/>
            <a:ext cx="1088136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212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พัฒนา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76872" y="5212080"/>
            <a:ext cx="3374136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779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UAT + Go-live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05872" y="5779008"/>
            <a:ext cx="1088136" cy="384048"/>
          </a:xfrm>
          <a:prstGeom prst="roundRect">
            <a:avLst>
              <a:gd name="adj" fmla="val 11905"/>
            </a:avLst>
          </a:prstGeom>
          <a:solidFill>
            <a:srgbClr val="55A8C4"/>
          </a:solidFill>
          <a:ln/>
        </p:spPr>
      </p:sp>
      <p:sp>
        <p:nvSpPr>
          <p:cNvPr id="34" name="Shape 32"/>
          <p:cNvSpPr/>
          <p:nvPr/>
        </p:nvSpPr>
        <p:spPr>
          <a:xfrm>
            <a:off x="6848856" y="2139696"/>
            <a:ext cx="201168" cy="201168"/>
          </a:xfrm>
          <a:prstGeom prst="diamond">
            <a:avLst/>
          </a:prstGeom>
          <a:solidFill>
            <a:srgbClr val="F9A826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MVP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420856" y="2139696"/>
            <a:ext cx="201168" cy="201168"/>
          </a:xfrm>
          <a:prstGeom prst="diamond">
            <a:avLst/>
          </a:prstGeom>
          <a:solidFill>
            <a:srgbClr val="F9A82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P2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เดือนอ้างอิงปี พ.ศ. (2569 = 2026)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สำคัญ และประเด็นที่ต้องตัดสินใจ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ส.ค. 2569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2A3878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นิยาม "ด่วน/ไม่ด่วน" กับคุณลิ้ม (NEW-03) — กระทบค่าบริการและ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พ.ย. 2569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33172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2A3878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MVP + Migration รหัสสถานะเดิม→ใหม่ (freeze period ช่วง cutover)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ต้น ธ.ค. 2569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329184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2A3878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MVP — ทดแทนระบบเดิมทั้งหมด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ระหว่าง MVP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425196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2A3878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ทีม Business เจรจา Vendor Agreement (SLA / payment term) คู่ขนาน เพื่อให้ Phase 2 เริ่มได้ทันที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12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มี.ค. 2570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521208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2A3878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Phase 2 — Logistics &amp; Finance ครบ loop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2026-07-19T02:22:06Z</dcterms:created>
  <dcterms:modified xsi:type="dcterms:W3CDTF">2026-07-19T02:22:06Z</dcterms:modified>
</cp:coreProperties>
</file>