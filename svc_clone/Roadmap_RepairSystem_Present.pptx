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00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Request Repair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C8C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Rebuild &amp; Enhancement — Implementation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Day 1  →  Cycle 1  →  Cycle 2  →  Cycle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99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 SRS_RepairSystem v2.0 · 17/07/2026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ภาพรวมระบบใบแจ้งซ่อม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7ED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บทบาทผู้ใช้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CS · GR · DC · ADMIN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93008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7EDED"/>
          </a:solidFill>
          <a:ln/>
        </p:spPr>
      </p:sp>
      <p:sp>
        <p:nvSpPr>
          <p:cNvPr id="8" name="Text 6"/>
          <p:cNvSpPr/>
          <p:nvPr/>
        </p:nvSpPr>
        <p:spPr>
          <a:xfrm>
            <a:off x="3493008" y="1508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493008" y="24688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เส้นทางซ่อม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93008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DC Path / Vendor Path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45936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7EDED"/>
          </a:solidFill>
          <a:ln/>
        </p:spPr>
      </p:sp>
      <p:sp>
        <p:nvSpPr>
          <p:cNvPr id="12" name="Text 10"/>
          <p:cNvSpPr/>
          <p:nvPr/>
        </p:nvSpPr>
        <p:spPr>
          <a:xfrm>
            <a:off x="6345936" y="1508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345936" y="24688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 + SLA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45936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ควบคุมเวลาทุกขั้นตอน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98864" y="13716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7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9198864" y="15087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198864" y="24688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ฟีเจอร์ใหม่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98864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Tier · Fee · Quotation · Payment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ระบบเดิม (UAT): 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Next.js + REST API + Prisma — clone workflow ทั้งหมด พร้อมแก้ข้อบกพร่อง FIX-01 ถึง FIX-05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599432"/>
            <a:ext cx="5212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 Tier  </a:t>
            </a:r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NORMAL / EXPRESS / VIP — SLA multiplier, priority queue, surcharge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452628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599432"/>
            <a:ext cx="5212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Diagnostic Fee  </a:t>
            </a:r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ค่าเปิดเครื่องตามประเภทสินค้า เก็บ ณ วันรับเครื่อง หักคืนเมื่ออนุมัติซ่อม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559552"/>
            <a:ext cx="5212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Cost-Plus Quotation  </a:t>
            </a:r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ราคาขาย = ต้นทุน (อะไหล่+ค่าแรง+ขนส่ง) × (1 + margin%) พร้อม floor 15%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54864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5559552"/>
            <a:ext cx="5212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Payment Recording  </a:t>
            </a:r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บันทึกชำระทุกประเภท + ใบเสร็จ + daily reconciliation ต่อสาขา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Roadmap การพัฒนา — Day 1 สู่ Go-Live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063240" cy="777240"/>
          </a:xfrm>
          <a:prstGeom prst="chevron">
            <a:avLst/>
          </a:prstGeom>
          <a:solidFill>
            <a:srgbClr val="5C00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DAY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Foundation (สัปดาห์ 1–2)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Kickoff · Auth + RBAC · DB Schema + Status Seed · CI/CD · Maintain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47872" y="1554480"/>
            <a:ext cx="3063240" cy="777240"/>
          </a:xfrm>
          <a:prstGeom prst="chevron">
            <a:avLst/>
          </a:prstGeom>
          <a:solidFill>
            <a:srgbClr val="800000"/>
          </a:solidFill>
          <a:ln/>
        </p:spPr>
      </p:sp>
      <p:sp>
        <p:nvSpPr>
          <p:cNvPr id="8" name="Text 6"/>
          <p:cNvSpPr/>
          <p:nvPr/>
        </p:nvSpPr>
        <p:spPr>
          <a:xfrm>
            <a:off x="3776472" y="1554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CYCLE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47872" y="2514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Core Repair Flow (สัปดาห์ 3–8)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47872" y="320040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เปิดใบแจ้งซ่อม · State Machine 26 สถานะ · ฟอร์มส่งมอบ · Rollback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55664" y="1554480"/>
            <a:ext cx="3063240" cy="777240"/>
          </a:xfrm>
          <a:prstGeom prst="chevron">
            <a:avLst/>
          </a:prstGeom>
          <a:solidFill>
            <a:srgbClr val="A03030"/>
          </a:solidFill>
          <a:ln/>
        </p:spPr>
      </p:sp>
      <p:sp>
        <p:nvSpPr>
          <p:cNvPr id="12" name="Text 10"/>
          <p:cNvSpPr/>
          <p:nvPr/>
        </p:nvSpPr>
        <p:spPr>
          <a:xfrm>
            <a:off x="6684264" y="1554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CYCLE 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55664" y="2514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Quotation &amp; Payment (สัปดาห์ 9–14)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55664" y="320040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Cost-Plus Quotation · Diagnostic Fee · Payment + ใบเสร็จ · Vendor Email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63456" y="1554480"/>
            <a:ext cx="3063240" cy="777240"/>
          </a:xfrm>
          <a:prstGeom prst="chevron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9592056" y="15544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CYCLE 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63456" y="25146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Premium &amp; Go-Live (สัปดาห์ 15–20)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63456" y="320040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 Tier · Dashboard · Notifications · Migration · UAT · Go-Live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7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หลักการส่งมอบ: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Cycle จบด้วยระบบที่ demo/ทดสอบได้จริง (potentially shippable) — Cycle 1 ทดแทนระบบเดิมได้, Cycle 2 เพิ่มวงจรการเงิน, Cycle 3 ครบทุกฟีเจอร์และขึ้น Production พร้อม hypercare 30 วัน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5C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DAY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60320" y="4572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Foundation — วางรากฐานระบบ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0" y="5669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1–2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ขอบเขตงาน (Scope)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 kickoff: ยืนยัน scope, ทีม, sign-off SRS v2.0 เป็น baseline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Authentication + RBAC 4 บทบาท (บังคับที่ API ทุก endpoint)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DB Schema (Prisma) + seed ข้อมูล: status_info 26 สถานะ + SLA, สาขา, ประเภทสินค้า, ยี่ห้อ, vendor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โครงสร้างโปรเจกต์ + CI/CD pipeline + environment (DEV/UAT)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 Maintain: แก้ SLA ต่อสถานะ + Vendor Info (import/export)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ยืนยันนโยบายการเงินกับ Business: อัตราค่าเปิดเครื่อง, margin ต่อประเภทสินค้า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417320"/>
            <a:ext cx="4251960" cy="3108960"/>
          </a:xfrm>
          <a:prstGeom prst="roundRect">
            <a:avLst>
              <a:gd name="adj" fmla="val 3529"/>
            </a:avLst>
          </a:prstGeom>
          <a:solidFill>
            <a:srgbClr val="F7EDED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ส่งมอบเมื่อจบรอบ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0" y="205740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login + เมนูตาม role ครบ 4 บทบาท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Schema + migration script พร้อม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CI/CD deploy อัตโนมัติขึ้น DEV/UAT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 Maintain ใช้งานได้จริง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4754880"/>
            <a:ext cx="4251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489204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เกณฑ์วัดความสำเร็จ: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ทีมพัฒนา deploy ได้วันละหลายครั้ง · admin ตั้งค่า SLA เองได้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800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CYCLE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60320" y="4572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Core Repair Flow — ทดแทนระบบเดิม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0" y="5669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3–8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ขอบเขตงาน (Scope)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ฟอร์มเปิดใบแจ้งซ่อม + ออกเลขที่อัตโนมัติ {BU}{Store}{YYMMDD}{RUN4} + แนบรูปบังคับ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State machine ครบ 26 สถานะ: forward-only + rollback map + เหตุผล + transaction log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 เลือกเส้นทาง DC Path / Vendor Path พร้อม validation รายการ DC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ฟอร์มส่งมอบทุกจุด (CS→GR, GR→DC/Vendor, Vendor คืน 3 ช่องทาง, DC reject)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รายการสถานะ: ค้นหา, filter, export Excel, On Track / At Risk / Critical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ปิดงาน: ลายเซ็นดิจิทัล + ออกเลขที่ใบคืนสินค้า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417320"/>
            <a:ext cx="4251960" cy="3108960"/>
          </a:xfrm>
          <a:prstGeom prst="roundRect">
            <a:avLst>
              <a:gd name="adj" fmla="val 3529"/>
            </a:avLst>
          </a:prstGeom>
          <a:solidFill>
            <a:srgbClr val="F7EDED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ส่งมอบเมื่อจบรอบ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0" y="205740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clone ครบ workflow เดิม 100%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ใช้แทนระบบเดิมได้ทันทีสำหรับงานรับซ่อม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 SIT รอบแรก + demo ให้ business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4754880"/>
            <a:ext cx="4251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489204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เกณฑ์วัดความสำเร็จ: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เปิด-ปิดใบแจ้งซ่อมจริงได้ครบทั้ง 2 เส้นทาง โดยไม่ต้องพึ่งระบบเดิม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A0303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CYCLE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60320" y="4572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Quotation &amp; Payment — วงจรการเงิน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0" y="5669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9–14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030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ขอบเขตงาน (Scope)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Cost-Plus Quotation: บันทึกต้นทุน (อะไหล่/ค่าแรง/ขนส่ง) → คำนวณราคาขายจาก margin config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Margin floor 15% + internal approval เมื่อต่ำกว่าเกณฑ์หรือส่วนลดเกินเพดาน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ลูกค้าอนุมัติรายรายการ + ผลอนุมัติกำหนดสถานะถัดไปอัตโนมัติ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Diagnostic Fee ตามประเภทสินค้า: เก็บตอนเปิดงาน, หักคืนเมื่ออนุมัติซ่อม (DF-1 ถึง DF-4)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Payment Recording + ใบเสร็จ running แยกชุด + ห้ามส่งมอบถ้าค้างชำระ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Vendor email notification + หน้า print ใบงาน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417320"/>
            <a:ext cx="4251960" cy="3108960"/>
          </a:xfrm>
          <a:prstGeom prst="roundRect">
            <a:avLst>
              <a:gd name="adj" fmla="val 3529"/>
            </a:avLst>
          </a:prstGeom>
          <a:solidFill>
            <a:srgbClr val="F7EDED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ส่งมอบเมื่อจบรอบ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0" y="205740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วงจรการเงินครบ: เก็บเงิน-ตีราคา-อนุมัติ-ชำระ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รายงานเงินสดประจำวันต่อสาขา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สิทธิ์เห็น cost/margin จำกัดตาม role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4754880"/>
            <a:ext cx="4251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489204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เกณฑ์วัดความสำเร็จ: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ทุกใบงานนอกประกันมี diagnostic fee + quotation ถูกต้องตามสูตร cost-plus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CYCLE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60320" y="4572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Premium Service &amp; Go-Live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0" y="5669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15–20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D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ขอบเขตงาน (Scope)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 Tier: NORMAL / EXPRESS / VIP + SLA multiplier + priority queue + surcharge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KPI ครบ 6 การ์ด + แยกตาม tier + SLA compliance + vendor performance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การแจ้งเตือนอัตโนมัติ: Email/SMS/LINE OA (ตีราคาเสร็จ, ซ่อมเสร็จ, ใกล้เกิน SLA)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migration จากระบบเดิม (69+ ใบงาน) พร้อมแปลงรหัสสถานะ + verify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UAT ครบ 4 บทบาท + training + คู่มือผู้ใช้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Production go-live + hypercare 30 วัน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417320"/>
            <a:ext cx="4251960" cy="3108960"/>
          </a:xfrm>
          <a:prstGeom prst="roundRect">
            <a:avLst>
              <a:gd name="adj" fmla="val 3529"/>
            </a:avLst>
          </a:prstGeom>
          <a:solidFill>
            <a:srgbClr val="F7EDED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ส่งมอบเมื่อจบรอบ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0" y="205740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ระบบครบทุกฟีเจอร์ตาม SRS v2.0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ข้อมูลเดิม migrate ครบถ้วน ตรวจสอบแล้ว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ผู้ใช้ผ่าน training ครบ 4 บทบาท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Go-live + hypercare 30 วัน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4754880"/>
            <a:ext cx="4251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489204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เกณฑ์วัดความสำเร็จ: 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UAT sign-off · ปิดงานจริงบนระบบใหม่ 100% · ระบบเดิม read-only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 Roadmap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493776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ช่วงเวลา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ขอบเขตหลัก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D9D9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Day 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E0E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สัปดาห์ 1–2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E0E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Foundation: Auth, Schema, CI/CD, Maintain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E0E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ทีมพร้อม ระบบฐานพร้อม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D9D9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Cycle 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E0E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สัปดาห์ 3–8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E0E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Core Repair Flow ครบ 26 สถานะ 2 เส้นทาง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E0E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ทดแทนระบบเดิมได้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D9D9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Cycle 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E0E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สัปดาห์ 9–14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E0E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Quotation ต้นทุน+กำไร, Diagnostic Fee, Payment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E0E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วงจรการเงินครบ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D9D9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Cycle 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E0E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สัปดาห์ 15–20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E0E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Service Tier, Dashboard, Migration, UAT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E0E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Go-Live + Hypercare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0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การตัดสินใจที่ต้องการจากที่ประชุม:  </a:t>
            </a:r>
            <a:pPr indent="0" marL="0">
              <a:buNone/>
            </a:pPr>
            <a:r>
              <a:rPr lang="en-US" sz="1400" dirty="0">
                <a:solidFill>
                  <a:srgbClr val="F0E0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roadmap และ resource · ยืนยันนโยบายการเงิน (อัตราค่าเปิดเครื่อง, margin, เงื่อนไขคืนเงิน) ภายใน Day 1 · กำหนดวัน UAT window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2026-07-17T11:32:11Z</dcterms:created>
  <dcterms:modified xsi:type="dcterms:W3CDTF">2026-07-17T11:32:11Z</dcterms:modified>
</cp:coreProperties>
</file>